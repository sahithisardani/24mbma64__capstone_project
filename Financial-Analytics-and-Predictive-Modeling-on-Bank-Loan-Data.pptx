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4630400" cy="8229600"/>
  <p:notesSz cx="8229600" cy="14630400"/>
  <p:embeddedFontLst>
    <p:embeddedFont>
      <p:font typeface="Inconsolata"/>
      <p:regular r:id="rId8"/>
    </p:embeddedFont>
    <p:embeddedFont>
      <p:font typeface="Inconsolata"/>
      <p:regular r:id="rId9"/>
    </p:embeddedFont>
    <p:embeddedFont>
      <p:font typeface="Fira Sans"/>
      <p:regular r:id="rId10"/>
    </p:embeddedFont>
    <p:embeddedFont>
      <p:font typeface="Fira Sans"/>
      <p:regular r:id="rId11"/>
    </p:embeddedFont>
    <p:embeddedFont>
      <p:font typeface="Fira Sans"/>
      <p:regular r:id="rId12"/>
    </p:embeddedFont>
    <p:embeddedFont>
      <p:font typeface="Fira Sans"/>
      <p:regular r:id="rId13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font" Target="fonts/font1.fntdata"/><Relationship Id="rId9" Type="http://schemas.openxmlformats.org/officeDocument/2006/relationships/font" Target="fonts/font2.fntdata"/><Relationship Id="rId10" Type="http://schemas.openxmlformats.org/officeDocument/2006/relationships/font" Target="fonts/font3.fntdata"/><Relationship Id="rId11" Type="http://schemas.openxmlformats.org/officeDocument/2006/relationships/font" Target="fonts/font4.fntdata"/><Relationship Id="rId12" Type="http://schemas.openxmlformats.org/officeDocument/2006/relationships/font" Target="fonts/font5.fntdata"/><Relationship Id="rId13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017639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Financial Analytics &amp; Predictive Modeling on Bank Loan Data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93790" y="3726299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50"/>
              </a:lnSpc>
              <a:buNone/>
            </a:pPr>
            <a:r>
              <a:rPr lang="en-US" sz="22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 Five-Case Study with PySpark and Databricks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43495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Presenter/Author Name: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Sardani Sahithi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505301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Date: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November 10, 2025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2025-11-10T10:13:41Z</dcterms:created>
  <dcterms:modified xsi:type="dcterms:W3CDTF">2025-11-10T10:13:41Z</dcterms:modified>
</cp:coreProperties>
</file>